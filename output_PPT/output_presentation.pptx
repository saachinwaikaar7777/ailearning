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</a:rPr>
              <a:t>Exercise and Your Financial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CADCFC"/>
                </a:solidFill>
              </a:rPr>
              <a:t>The surprising link between fitness and finances.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Health Benefits, Lower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Exercise significantly reduces chronic disease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31136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Risk reduction can be as high as 50%.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89503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254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Improved health leads to lower lifetime healthcare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Boosting Career and Productivity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Physical activity enhances focus and productivity.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31136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Active individuals tend to earn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89503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254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Average earnings increase by approximately 10%.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The Science Behind Increased 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Higher energy levels contribute to better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31136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Improved discipline and mental well-being are key.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89503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254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Reduced absenteeism boosts consistent work presence.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Mental Health: A Financial 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Exercise positively impacts mental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31136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67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Strong mental well-being supports consistent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89503"/>
            <a:ext cx="164592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254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Maintains earning potential through sustained focus.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CADCFC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