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0584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4000">
                <a:solidFill>
                  <a:srgbClr val="FFFFFF"/>
                </a:solidFill>
              </a:rPr>
              <a:t>Retrieval-Augmented Generation (RAG)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3840480"/>
            <a:ext cx="9144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sz="2000">
                <a:solidFill>
                  <a:srgbClr val="FFFFFF"/>
                </a:solidFill>
              </a:rPr>
              <a:t>Enhancing Large Language Models with External Knowledge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1430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2800">
                <a:solidFill>
                  <a:srgbClr val="FFFFFF"/>
                </a:solidFill>
              </a:rPr>
              <a:t>What is RAG?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508760"/>
            <a:ext cx="5486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600">
                <a:solidFill>
                  <a:srgbClr val="1E2761"/>
                </a:solidFill>
              </a:rPr>
              <a:t>• Combines retrieval with generation.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240280"/>
            <a:ext cx="5486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600">
                <a:solidFill>
                  <a:srgbClr val="1E2761"/>
                </a:solidFill>
              </a:rPr>
              <a:t>• Accesses external knowledge sources.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971800"/>
            <a:ext cx="5486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600">
                <a:solidFill>
                  <a:srgbClr val="1E2761"/>
                </a:solidFill>
              </a:rPr>
              <a:t>• Improves factual accuracy.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703320"/>
            <a:ext cx="5486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600">
                <a:solidFill>
                  <a:srgbClr val="1E2761"/>
                </a:solidFill>
              </a:rPr>
              <a:t>• Reduces model hallucinations.</a:t>
            </a:r>
          </a:p>
        </p:txBody>
      </p:sp>
      <p:pic>
        <p:nvPicPr>
          <p:cNvPr id="9" name="Picture 8" descr="temp_img_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645920"/>
            <a:ext cx="5303520" cy="397764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1430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2800">
                <a:solidFill>
                  <a:srgbClr val="FFFFFF"/>
                </a:solidFill>
              </a:rPr>
              <a:t>How RAG Works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50876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600">
                <a:solidFill>
                  <a:srgbClr val="1E2761"/>
                </a:solidFill>
              </a:rPr>
              <a:t>• User query is processed.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24028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600">
                <a:solidFill>
                  <a:srgbClr val="1E2761"/>
                </a:solidFill>
              </a:rPr>
              <a:t>• Relevant documents are retrieved.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97180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600">
                <a:solidFill>
                  <a:srgbClr val="1E2761"/>
                </a:solidFill>
              </a:rPr>
              <a:t>• Retrieved context augments the prompt.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70332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600">
                <a:solidFill>
                  <a:srgbClr val="1E2761"/>
                </a:solidFill>
              </a:rPr>
              <a:t>• LLM generates response with context.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1430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2800">
                <a:solidFill>
                  <a:srgbClr val="FFFFFF"/>
                </a:solidFill>
              </a:rPr>
              <a:t>Benefits of RAG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50876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600">
                <a:solidFill>
                  <a:srgbClr val="1E2761"/>
                </a:solidFill>
              </a:rPr>
              <a:t>• Up-to-date information access.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24028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600">
                <a:solidFill>
                  <a:srgbClr val="1E2761"/>
                </a:solidFill>
              </a:rPr>
              <a:t>• Domain-specific knowledge integration.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97180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600">
                <a:solidFill>
                  <a:srgbClr val="1E2761"/>
                </a:solidFill>
              </a:rPr>
              <a:t>• Enhanced response relevance.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70332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600">
                <a:solidFill>
                  <a:srgbClr val="1E2761"/>
                </a:solidFill>
              </a:rPr>
              <a:t>• Increased user trust and confidence.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1430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2800">
                <a:solidFill>
                  <a:srgbClr val="FFFFFF"/>
                </a:solidFill>
              </a:rPr>
              <a:t>Applications of RAG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50876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600">
                <a:solidFill>
                  <a:srgbClr val="1E2761"/>
                </a:solidFill>
              </a:rPr>
              <a:t>• Customer support chatbots.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24028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600">
                <a:solidFill>
                  <a:srgbClr val="1E2761"/>
                </a:solidFill>
              </a:rPr>
              <a:t>• Internal knowledge base search.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97180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600">
                <a:solidFill>
                  <a:srgbClr val="1E2761"/>
                </a:solidFill>
              </a:rPr>
              <a:t>• Content creation assistance.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70332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600">
                <a:solidFill>
                  <a:srgbClr val="1E2761"/>
                </a:solidFill>
              </a:rPr>
              <a:t>• Research and analysis tools.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1430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2800">
                <a:solidFill>
                  <a:srgbClr val="FFFFFF"/>
                </a:solidFill>
              </a:rPr>
              <a:t>The Future of RAG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50876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600">
                <a:solidFill>
                  <a:srgbClr val="1E2761"/>
                </a:solidFill>
              </a:rPr>
              <a:t>• More sophisticated retrieval methods.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24028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600">
                <a:solidFill>
                  <a:srgbClr val="1E2761"/>
                </a:solidFill>
              </a:rPr>
              <a:t>• Real-time knowledge updates.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97180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600">
                <a:solidFill>
                  <a:srgbClr val="1E2761"/>
                </a:solidFill>
              </a:rPr>
              <a:t>• Personalized information access.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70332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600">
                <a:solidFill>
                  <a:srgbClr val="1E2761"/>
                </a:solidFill>
              </a:rPr>
              <a:t>• Deeper integration into workflows.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